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473952"/>
            <a:ext cx="11183112" cy="0"/>
          </a:xfrm>
          <a:prstGeom prst="line">
            <a:avLst/>
          </a:prstGeom>
          <a:noFill/>
          <a:ln w="6350">
            <a:solidFill>
              <a:srgbClr val="D7DE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6547104"/>
            <a:ext cx="4572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THEANOVA AgentStudio · Git 운영 가이드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0" y="6547104"/>
            <a:ext cx="4297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로컬 수정 무시 후 GitHub 최신본 내려받기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658368"/>
            <a:ext cx="1572768" cy="310896"/>
          </a:xfrm>
          <a:prstGeom prst="roundRect">
            <a:avLst>
              <a:gd name="adj" fmla="val 20588"/>
            </a:avLst>
          </a:prstGeom>
          <a:solidFill>
            <a:srgbClr val="246BFE"/>
          </a:solidFill>
          <a:ln w="12700">
            <a:solidFill>
              <a:srgbClr val="246BF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0392" y="726948"/>
            <a:ext cx="142646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VS Code + GitHub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68096" y="1298448"/>
            <a:ext cx="6583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로컬 수정 무시하고</a:t>
            </a:r>
            <a:endParaRPr lang="en-US" sz="3900" dirty="0"/>
          </a:p>
          <a:p>
            <a:pPr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GitHub 최신본 내려받기</a:t>
            </a:r>
            <a:endParaRPr lang="en-US" sz="3900" dirty="0"/>
          </a:p>
        </p:txBody>
      </p:sp>
      <p:sp>
        <p:nvSpPr>
          <p:cNvPr id="5" name="Text 3"/>
          <p:cNvSpPr/>
          <p:nvPr/>
        </p:nvSpPr>
        <p:spPr>
          <a:xfrm>
            <a:off x="804672" y="2971800"/>
            <a:ext cx="6309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THEANOVA AgentStudio 프로젝트 기준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Repository: ynystory-gif/AgentStudio · Branch: main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452360" y="12344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3C5F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452360" y="1618488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PC의 수정 파일을 버리고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GitHub origin/main 상태로 정확히 맞추기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7452360" y="278892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FDBF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명령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452360" y="3136392"/>
            <a:ext cx="3657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fetch origin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reset --hard origin/main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clean -fd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452360" y="457200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DE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주의: 로컬 수정은 복구하기 어렵습니다.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1148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46BF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상황 판단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언제 사용하는가?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85800" y="1207008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명령은 “내 로컬 수정은 필요 없고, GitHub 최신본이 정답”일 때만 사용합니다.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749808" y="1874520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ECFDF5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093976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6A34A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✓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481328" y="208483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사용해도 되는 경우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81328" y="2441448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로컬 수정이 실수였거나, 테스트 파일을 버리고 원격 저장소 기준으로 다시 시작하려는 경우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443984" y="1874520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FFFBEB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08576" y="2093976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92400E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!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175504" y="208483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2400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위험한 경우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175504" y="2441448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저장해야 할 작업이 남아 있으면 먼저 commit, stash, 백업 중 하나를 선택해야 합니다.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138160" y="1874520"/>
            <a:ext cx="342900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02752" y="2093976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C2626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×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869680" y="208483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사용하면 안 되는 경우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869680" y="2441448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아직 GitHub에 올리지 않은 중요한 코드, 설정, 문서가 로컬에만 있는 경우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987552" y="4114800"/>
            <a:ext cx="10213848" cy="713232"/>
          </a:xfrm>
          <a:prstGeom prst="roundRect">
            <a:avLst>
              <a:gd name="adj" fmla="val 7692"/>
            </a:avLst>
          </a:prstGeom>
          <a:solidFill>
            <a:srgbClr val="EAF1FF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24712" y="4233672"/>
            <a:ext cx="9939528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결론: 확실히 버려도 되는 로컬 변경만 있을 때 실행합니다.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58952" y="5239512"/>
            <a:ext cx="10652760" cy="804672"/>
          </a:xfrm>
          <a:prstGeom prst="roundRect">
            <a:avLst>
              <a:gd name="adj" fmla="val 9091"/>
            </a:avLst>
          </a:prstGeom>
          <a:solidFill>
            <a:srgbClr val="0F172A"/>
          </a:solidFill>
          <a:ln w="9525">
            <a:solidFill>
              <a:srgbClr val="1E293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23544" y="5385816"/>
            <a:ext cx="10323576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status   # 먼저 무엇이 바뀌었는지 확인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1148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46BF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사전 확인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전 30초 점검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3154680" y="2816352"/>
            <a:ext cx="822960" cy="0"/>
          </a:xfrm>
          <a:prstGeom prst="line">
            <a:avLst/>
          </a:prstGeom>
          <a:noFill/>
          <a:ln w="2794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5650992" y="2816352"/>
            <a:ext cx="822960" cy="0"/>
          </a:xfrm>
          <a:prstGeom prst="line">
            <a:avLst/>
          </a:prstGeom>
          <a:noFill/>
          <a:ln w="2794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8156448" y="2816352"/>
            <a:ext cx="822960" cy="0"/>
          </a:xfrm>
          <a:prstGeom prst="line">
            <a:avLst/>
          </a:prstGeom>
          <a:noFill/>
          <a:ln w="2794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868680" y="1920240"/>
            <a:ext cx="224028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6E0E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69848" y="2167128"/>
            <a:ext cx="438912" cy="438912"/>
          </a:xfrm>
          <a:prstGeom prst="ellipse">
            <a:avLst/>
          </a:prstGeom>
          <a:solidFill>
            <a:srgbClr val="246BFE"/>
          </a:solidFill>
          <a:ln w="12700">
            <a:solidFill>
              <a:srgbClr val="246BFE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69848" y="2286000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618488" y="2157984"/>
            <a:ext cx="1298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위치 확인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124712" y="2743200"/>
            <a:ext cx="17373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C:\AI\AgentStudio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루트인지 확인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364992" y="1920240"/>
            <a:ext cx="224028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6E0E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66160" y="2167128"/>
            <a:ext cx="438912" cy="438912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66160" y="2286000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114800" y="2157984"/>
            <a:ext cx="1298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변경 확인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3621024" y="2743200"/>
            <a:ext cx="17373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 status로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수정·추가 파일 확인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870448" y="1920240"/>
            <a:ext cx="224028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6E0E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71616" y="2167128"/>
            <a:ext cx="438912" cy="438912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71616" y="2286000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620256" y="2157984"/>
            <a:ext cx="1298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원격 확인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126480" y="2743200"/>
            <a:ext cx="17373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origin/main이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가져올 기준인지 확인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366760" y="1920240"/>
            <a:ext cx="224028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0160">
            <a:solidFill>
              <a:srgbClr val="D6E0E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567928" y="2167128"/>
            <a:ext cx="438912" cy="43891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567928" y="2286000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116568" y="2157984"/>
            <a:ext cx="1298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결정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8622792" y="2743200"/>
            <a:ext cx="17373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버려도 되는 수정이면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강제 동기화 실행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987552" y="4407408"/>
            <a:ext cx="5120640" cy="1005840"/>
          </a:xfrm>
          <a:prstGeom prst="roundRect">
            <a:avLst>
              <a:gd name="adj" fmla="val 7273"/>
            </a:avLst>
          </a:prstGeom>
          <a:solidFill>
            <a:srgbClr val="0F172A"/>
          </a:solidFill>
          <a:ln w="9525">
            <a:solidFill>
              <a:srgbClr val="1E293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152144" y="4553712"/>
            <a:ext cx="4791456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Set-Location "C:\AI\AgentStudio"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status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remote -v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473952" y="4407408"/>
            <a:ext cx="4709160" cy="1005840"/>
          </a:xfrm>
          <a:prstGeom prst="roundRect">
            <a:avLst>
              <a:gd name="adj" fmla="val 5455"/>
            </a:avLst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11112" y="4526280"/>
            <a:ext cx="4434840" cy="804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remote가 origin이고, branch가 main인지 확인하세요.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저장소 주소 예: https://ynystory-gif@github.com/ynystory-gif/AgentStudio.git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1148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46BF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권장 절차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안전한 방법: VS Code 터미널에서 실행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94944" y="1188720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Source Control UI보다 터미널이 더 명확합니다. 명령 결과가 바로 보이고, untracked 파일까지 정리할 수 있습니다.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841248" y="1865376"/>
            <a:ext cx="384048" cy="384048"/>
          </a:xfrm>
          <a:prstGeom prst="ellipse">
            <a:avLst/>
          </a:prstGeom>
          <a:solidFill>
            <a:srgbClr val="246BFE"/>
          </a:solidFill>
          <a:ln w="12700">
            <a:solidFill>
              <a:srgbClr val="246BFE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965960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344168" y="1828800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원격 최신 정보 가져오기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44168" y="2112264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GitHub의 main 최신 커밋 정보를 로컬에 갱신합니다. 파일은 아직 바뀌지 않습니다.</a:t>
            </a:r>
            <a:endParaRPr lang="en-US" sz="1180" dirty="0"/>
          </a:p>
        </p:txBody>
      </p:sp>
      <p:sp>
        <p:nvSpPr>
          <p:cNvPr id="9" name="Shape 7"/>
          <p:cNvSpPr/>
          <p:nvPr/>
        </p:nvSpPr>
        <p:spPr>
          <a:xfrm>
            <a:off x="841248" y="2779776"/>
            <a:ext cx="384048" cy="38404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2880360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344168" y="2743200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추적 중인 수정 파일 버리기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44168" y="3026664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로컬 브랜치를 origin/main과 동일하게 강제로 맞춥니다.</a:t>
            </a:r>
            <a:endParaRPr lang="en-US" sz="1180" dirty="0"/>
          </a:p>
        </p:txBody>
      </p:sp>
      <p:sp>
        <p:nvSpPr>
          <p:cNvPr id="13" name="Shape 11"/>
          <p:cNvSpPr/>
          <p:nvPr/>
        </p:nvSpPr>
        <p:spPr>
          <a:xfrm>
            <a:off x="841248" y="3694176"/>
            <a:ext cx="384048" cy="38404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" y="3794760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344168" y="3657600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새로 생긴 파일/폴더 삭제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44168" y="3941064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Git에 등록되지 않은 파일과 폴더를 정리합니다. ignored 파일은 기본적으로 유지됩니다.</a:t>
            </a:r>
            <a:endParaRPr lang="en-US" sz="1180" dirty="0"/>
          </a:p>
        </p:txBody>
      </p:sp>
      <p:sp>
        <p:nvSpPr>
          <p:cNvPr id="17" name="Shape 15"/>
          <p:cNvSpPr/>
          <p:nvPr/>
        </p:nvSpPr>
        <p:spPr>
          <a:xfrm>
            <a:off x="5989320" y="1828800"/>
            <a:ext cx="5321808" cy="3017520"/>
          </a:xfrm>
          <a:prstGeom prst="roundRect">
            <a:avLst>
              <a:gd name="adj" fmla="val 2424"/>
            </a:avLst>
          </a:prstGeom>
          <a:solidFill>
            <a:srgbClr val="0F172A"/>
          </a:solidFill>
          <a:ln w="9525">
            <a:solidFill>
              <a:srgbClr val="1E293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53912" y="1975104"/>
            <a:ext cx="4992624" cy="2788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Set-Location "C:\AI\AgentStudio"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fetch origin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reset --hard origin/main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clean -fd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status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987552" y="5376672"/>
            <a:ext cx="10195560" cy="502920"/>
          </a:xfrm>
          <a:prstGeom prst="roundRect">
            <a:avLst>
              <a:gd name="adj" fmla="val 10909"/>
            </a:avLst>
          </a:prstGeom>
          <a:solidFill>
            <a:srgbClr val="ECFDF5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24712" y="5495544"/>
            <a:ext cx="9921240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4532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성공 메시지: “Your branch is up to date with origin/main” + “working tree clean”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1148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46BF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동작 이해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명령어가 실제로 하는 일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2770632" y="2880360"/>
            <a:ext cx="960120" cy="0"/>
          </a:xfrm>
          <a:prstGeom prst="line">
            <a:avLst/>
          </a:prstGeom>
          <a:noFill/>
          <a:ln w="2794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6016752" y="2880360"/>
            <a:ext cx="960120" cy="0"/>
          </a:xfrm>
          <a:prstGeom prst="line">
            <a:avLst/>
          </a:prstGeom>
          <a:noFill/>
          <a:ln w="2794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9098280" y="2880360"/>
            <a:ext cx="886968" cy="0"/>
          </a:xfrm>
          <a:prstGeom prst="line">
            <a:avLst/>
          </a:prstGeom>
          <a:noFill/>
          <a:ln w="2794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777240" y="1874520"/>
            <a:ext cx="2240280" cy="2011680"/>
          </a:xfrm>
          <a:prstGeom prst="roundRect">
            <a:avLst>
              <a:gd name="adj" fmla="val 5909"/>
            </a:avLst>
          </a:prstGeom>
          <a:solidFill>
            <a:srgbClr val="EAF1FF"/>
          </a:solidFill>
          <a:ln w="15240">
            <a:solidFill>
              <a:srgbClr val="246B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23544" y="2304288"/>
            <a:ext cx="1938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GitHub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origin/main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60120" y="3054096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8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 기준</a:t>
            </a:r>
            <a:endParaRPr lang="en-US" sz="1180" dirty="0"/>
          </a:p>
        </p:txBody>
      </p:sp>
      <p:sp>
        <p:nvSpPr>
          <p:cNvPr id="10" name="Shape 8"/>
          <p:cNvSpPr/>
          <p:nvPr/>
        </p:nvSpPr>
        <p:spPr>
          <a:xfrm>
            <a:off x="3703320" y="1874520"/>
            <a:ext cx="2240280" cy="2011680"/>
          </a:xfrm>
          <a:prstGeom prst="roundRect">
            <a:avLst>
              <a:gd name="adj" fmla="val 5909"/>
            </a:avLst>
          </a:prstGeom>
          <a:solidFill>
            <a:srgbClr val="FFFFFF"/>
          </a:solidFill>
          <a:ln w="15240">
            <a:solidFill>
              <a:srgbClr val="0EA5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9624" y="2304288"/>
            <a:ext cx="1938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 fetch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886200" y="3054096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8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최신 커밋 정보만 가져옴</a:t>
            </a:r>
            <a:endParaRPr lang="en-US" sz="1180" dirty="0"/>
          </a:p>
        </p:txBody>
      </p:sp>
      <p:sp>
        <p:nvSpPr>
          <p:cNvPr id="13" name="Shape 11"/>
          <p:cNvSpPr/>
          <p:nvPr/>
        </p:nvSpPr>
        <p:spPr>
          <a:xfrm>
            <a:off x="6629400" y="1874520"/>
            <a:ext cx="2240280" cy="2011680"/>
          </a:xfrm>
          <a:prstGeom prst="roundRect">
            <a:avLst>
              <a:gd name="adj" fmla="val 5909"/>
            </a:avLst>
          </a:prstGeom>
          <a:solidFill>
            <a:srgbClr val="FFFFFF"/>
          </a:solidFill>
          <a:ln w="15240">
            <a:solidFill>
              <a:srgbClr val="F9731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75704" y="2304288"/>
            <a:ext cx="1938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 reset --hard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812280" y="3054096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8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추적 파일 수정사항 삭제</a:t>
            </a:r>
            <a:endParaRPr lang="en-US" sz="1180" dirty="0"/>
          </a:p>
        </p:txBody>
      </p:sp>
      <p:sp>
        <p:nvSpPr>
          <p:cNvPr id="16" name="Shape 14"/>
          <p:cNvSpPr/>
          <p:nvPr/>
        </p:nvSpPr>
        <p:spPr>
          <a:xfrm>
            <a:off x="9464040" y="1874520"/>
            <a:ext cx="2240280" cy="2011680"/>
          </a:xfrm>
          <a:prstGeom prst="roundRect">
            <a:avLst>
              <a:gd name="adj" fmla="val 5909"/>
            </a:avLst>
          </a:prstGeom>
          <a:solidFill>
            <a:srgbClr val="FFFFFF"/>
          </a:solidFill>
          <a:ln w="15240">
            <a:solidFill>
              <a:srgbClr val="DC26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10344" y="2304288"/>
            <a:ext cx="1938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 clean -fd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9646920" y="3054096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8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미추적 파일/폴더 삭제</a:t>
            </a:r>
            <a:endParaRPr lang="en-US" sz="1180" dirty="0"/>
          </a:p>
        </p:txBody>
      </p:sp>
      <p:sp>
        <p:nvSpPr>
          <p:cNvPr id="19" name="Shape 17"/>
          <p:cNvSpPr/>
          <p:nvPr/>
        </p:nvSpPr>
        <p:spPr>
          <a:xfrm>
            <a:off x="960120" y="4645152"/>
            <a:ext cx="10241280" cy="804672"/>
          </a:xfrm>
          <a:prstGeom prst="roundRect">
            <a:avLst>
              <a:gd name="adj" fmla="val 6818"/>
            </a:avLst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97280" y="4764024"/>
            <a:ext cx="9966960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중요: reset --hard는 “Git이 알고 있는 파일”의 수정 내용을 버립니다.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clean -fd는 “Git이 아직 모르는 새 파일/폴더”를 버립니다.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1148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46BF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작업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VS Code UI로 할 때의 기준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85800" y="1170432"/>
            <a:ext cx="9326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VS Code에서도 가능하지만, 완전한 강제 동기화는 터미널 명령을 함께 쓰는 편이 안전합니다.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749808" y="1901952"/>
            <a:ext cx="3401568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121408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46BFE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①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481328" y="2112264"/>
            <a:ext cx="2532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6BF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Source Control 열기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81328" y="2468880"/>
            <a:ext cx="25328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왼쪽 Activity Bar에서 Source Control 아이콘을 클릭합니다. 변경 파일 목록을 확인합니다.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407408" y="1901952"/>
            <a:ext cx="3401568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2121408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97316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②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138928" y="2112264"/>
            <a:ext cx="2532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변경사항 버리기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138928" y="2468880"/>
            <a:ext cx="25328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파일별 Discard 또는 전체 Discard를 선택합니다. 추적 파일 수정이 취소됩니다.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065008" y="1901952"/>
            <a:ext cx="3401568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2121408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C2626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③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796528" y="2112264"/>
            <a:ext cx="2532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터미널 정리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796528" y="2468880"/>
            <a:ext cx="25328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미추적 파일까지 지우려면 VS Code 터미널에서 git clean -fd를 실행합니다.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960120" y="4297680"/>
            <a:ext cx="10241280" cy="676656"/>
          </a:xfrm>
          <a:prstGeom prst="roundRect">
            <a:avLst>
              <a:gd name="adj" fmla="val 8108"/>
            </a:avLst>
          </a:prstGeom>
          <a:solidFill>
            <a:srgbClr val="EAF1FF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97280" y="4416552"/>
            <a:ext cx="996696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추천: VS Code UI로 “보이는 수정”을 확인하고, 최종 정리는 터미널 명령으로 끝내세요.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58952" y="5239512"/>
            <a:ext cx="10652760" cy="804672"/>
          </a:xfrm>
          <a:prstGeom prst="roundRect">
            <a:avLst>
              <a:gd name="adj" fmla="val 9091"/>
            </a:avLst>
          </a:prstGeom>
          <a:solidFill>
            <a:srgbClr val="0F172A"/>
          </a:solidFill>
          <a:ln w="9525">
            <a:solidFill>
              <a:srgbClr val="1E293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23544" y="5385816"/>
            <a:ext cx="10323576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Terminal → New Terminal → git fetch origin &amp;&amp; git reset --hard origin/main &amp;&amp; git clean -fd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1148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46BF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범위 이해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삭제되는 것과 유지되는 것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786384" y="1874520"/>
            <a:ext cx="507492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50976" y="2093976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C2626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🗑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517904" y="208483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삭제될 수 있음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17904" y="2441448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tracked 파일의 로컬 수정, Git에 등록되지 않은 새 파일/폴더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327648" y="1874520"/>
            <a:ext cx="5074920" cy="1417320"/>
          </a:xfrm>
          <a:prstGeom prst="roundRect">
            <a:avLst>
              <a:gd name="adj" fmla="val 5161"/>
            </a:avLst>
          </a:prstGeom>
          <a:solidFill>
            <a:srgbClr val="ECFDF5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2093976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6A34A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🔒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059168" y="208483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보통 유지됨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059168" y="2441448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.gitignore에 의해 무시되는 .env, .venv, node_modules 등은 git clean -fd로는 삭제되지 않습니다.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969264" y="3977640"/>
            <a:ext cx="4937760" cy="850392"/>
          </a:xfrm>
          <a:prstGeom prst="roundRect">
            <a:avLst>
              <a:gd name="adj" fmla="val 8602"/>
            </a:avLst>
          </a:prstGeom>
          <a:solidFill>
            <a:srgbClr val="0F172A"/>
          </a:solidFill>
          <a:ln w="9525">
            <a:solidFill>
              <a:srgbClr val="1E29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33856" y="4123944"/>
            <a:ext cx="4608576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ignored 파일까지 전부 삭제하려면 매우 위험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clean -fdx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327648" y="3931920"/>
            <a:ext cx="4846320" cy="914400"/>
          </a:xfrm>
          <a:prstGeom prst="roundRect">
            <a:avLst>
              <a:gd name="adj" fmla="val 6000"/>
            </a:avLst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64808" y="4050792"/>
            <a:ext cx="457200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AgentStudio에서는 .env와 .venv가 중요합니다. 특별한 이유가 없다면 git clean -fdx는 사용하지 마세요.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58952" y="5239512"/>
            <a:ext cx="10652760" cy="804672"/>
          </a:xfrm>
          <a:prstGeom prst="roundRect">
            <a:avLst>
              <a:gd name="adj" fmla="val 9091"/>
            </a:avLst>
          </a:prstGeom>
          <a:solidFill>
            <a:srgbClr val="0F172A"/>
          </a:solidFill>
          <a:ln w="9525">
            <a:solidFill>
              <a:srgbClr val="1E29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3544" y="5385816"/>
            <a:ext cx="10323576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일반 정리: git clean -fd        매우 강한 정리: git clean -fdx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1148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46BF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판정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정상 완료 확인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896112" y="1737360"/>
            <a:ext cx="2926080" cy="621792"/>
          </a:xfrm>
          <a:prstGeom prst="roundRect">
            <a:avLst>
              <a:gd name="adj" fmla="val 11765"/>
            </a:avLst>
          </a:prstGeom>
          <a:solidFill>
            <a:srgbClr val="0F172A"/>
          </a:solidFill>
          <a:ln w="9525">
            <a:solidFill>
              <a:srgbClr val="1E29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60704" y="1883664"/>
            <a:ext cx="2596896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status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251960" y="1481328"/>
            <a:ext cx="704088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0" y="17556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A3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정상 결과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572000" y="2139696"/>
            <a:ext cx="6309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 branch main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Your branch is up to date with 'origin/main'.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nothing to commit, working tree clean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14400" y="4087368"/>
            <a:ext cx="384048" cy="384048"/>
          </a:xfrm>
          <a:prstGeom prst="ellipse">
            <a:avLst/>
          </a:prstGeom>
          <a:solidFill>
            <a:srgbClr val="246BFE"/>
          </a:solidFill>
          <a:ln w="12700">
            <a:solidFill>
              <a:srgbClr val="246BFE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4187952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417320" y="4050792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HEAD 위치 확인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17320" y="4334256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 log --oneline -3으로 현재 커밋이 origin/main과 같은지 확인합니다.</a:t>
            </a:r>
            <a:endParaRPr lang="en-US" sz="1180" dirty="0"/>
          </a:p>
        </p:txBody>
      </p:sp>
      <p:sp>
        <p:nvSpPr>
          <p:cNvPr id="13" name="Shape 11"/>
          <p:cNvSpPr/>
          <p:nvPr/>
        </p:nvSpPr>
        <p:spPr>
          <a:xfrm>
            <a:off x="6400800" y="4087368"/>
            <a:ext cx="384048" cy="38404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4187952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903720" y="4050792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VS Code 새로고침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903720" y="4334256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Source Control에 변경 파일이 남아 있지 않아야 합니다.</a:t>
            </a:r>
            <a:endParaRPr lang="en-US" sz="1180" dirty="0"/>
          </a:p>
        </p:txBody>
      </p:sp>
      <p:sp>
        <p:nvSpPr>
          <p:cNvPr id="17" name="Shape 15"/>
          <p:cNvSpPr/>
          <p:nvPr/>
        </p:nvSpPr>
        <p:spPr>
          <a:xfrm>
            <a:off x="758952" y="5239512"/>
            <a:ext cx="10652760" cy="804672"/>
          </a:xfrm>
          <a:prstGeom prst="roundRect">
            <a:avLst>
              <a:gd name="adj" fmla="val 9091"/>
            </a:avLst>
          </a:prstGeom>
          <a:solidFill>
            <a:srgbClr val="0F172A"/>
          </a:solidFill>
          <a:ln w="9525">
            <a:solidFill>
              <a:srgbClr val="1E293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3544" y="5385816"/>
            <a:ext cx="10323576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log --oneline -3    # 예: 40bf772 설정 변경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1148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46BF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빠른 해결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문제가 생겼을 때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822960" y="1508760"/>
            <a:ext cx="105613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8992" y="1700784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Permission denied / 403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297680" y="1673352"/>
            <a:ext cx="6675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GitHub 인증 계정이 저장소 권한 계정과 다른 경우입니다. remote URL에 사용자명을 넣고 다시 인증합니다.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822960" y="2359152"/>
            <a:ext cx="10561320" cy="731520"/>
          </a:xfrm>
          <a:prstGeom prst="roundRect">
            <a:avLst>
              <a:gd name="adj" fmla="val 7500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78992" y="2551176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fatal: not a git repository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297680" y="2523744"/>
            <a:ext cx="6675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위치가 프로젝트 루트가 아닙니다. Set-Location "C:\AI\AgentStudio" 후 다시 실행합니다.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22960" y="3209544"/>
            <a:ext cx="105613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78992" y="3401568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Your branch is behind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297680" y="3374136"/>
            <a:ext cx="6675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 fetch origin 후 reset --hard origin/main으로 원격 기준에 맞춥니다.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22960" y="4059936"/>
            <a:ext cx="10561320" cy="731520"/>
          </a:xfrm>
          <a:prstGeom prst="roundRect">
            <a:avLst>
              <a:gd name="adj" fmla="val 7500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78992" y="4251960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삭제하면 안 되는 파일이 있음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297680" y="4224528"/>
            <a:ext cx="6675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reset/clean 전에 파일을 다른 폴더로 백업하거나 git stash를 사용합니다.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60120" y="5257800"/>
            <a:ext cx="10195560" cy="685800"/>
          </a:xfrm>
          <a:prstGeom prst="roundRect">
            <a:avLst>
              <a:gd name="adj" fmla="val 10667"/>
            </a:avLst>
          </a:prstGeom>
          <a:solidFill>
            <a:srgbClr val="0F172A"/>
          </a:solidFill>
          <a:ln w="9525">
            <a:solidFill>
              <a:srgbClr val="1E29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24712" y="5404104"/>
            <a:ext cx="9866376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remote set-url origin https://ynystory-gif@github.com/ynystory-gif/AgentStudio.git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1148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46BF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실전 요약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8961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장 체크리스트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713232" y="1170432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아래 순서대로 실행하면 로컬 수정사항을 버리고 GitHub 최신본으로 맞출 수 있습니다.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960120" y="1792224"/>
            <a:ext cx="274320" cy="27432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828800"/>
            <a:ext cx="27432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389888" y="1755648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C:\AI\AgentStudio 위치에서 실행한다.</a:t>
            </a:r>
            <a:endParaRPr lang="en-US" sz="1520" dirty="0"/>
          </a:p>
        </p:txBody>
      </p:sp>
      <p:sp>
        <p:nvSpPr>
          <p:cNvPr id="8" name="Shape 6"/>
          <p:cNvSpPr/>
          <p:nvPr/>
        </p:nvSpPr>
        <p:spPr>
          <a:xfrm>
            <a:off x="960120" y="2359152"/>
            <a:ext cx="274320" cy="27432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2395728"/>
            <a:ext cx="27432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389888" y="2322576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 status로 버려도 되는 변경인지 확인한다.</a:t>
            </a:r>
            <a:endParaRPr lang="en-US" sz="1520" dirty="0"/>
          </a:p>
        </p:txBody>
      </p:sp>
      <p:sp>
        <p:nvSpPr>
          <p:cNvPr id="11" name="Shape 9"/>
          <p:cNvSpPr/>
          <p:nvPr/>
        </p:nvSpPr>
        <p:spPr>
          <a:xfrm>
            <a:off x="960120" y="2926080"/>
            <a:ext cx="274320" cy="27432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2962656"/>
            <a:ext cx="27432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389888" y="2889504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 fetch origin으로 원격 정보를 갱신한다.</a:t>
            </a:r>
            <a:endParaRPr lang="en-US" sz="1520" dirty="0"/>
          </a:p>
        </p:txBody>
      </p:sp>
      <p:sp>
        <p:nvSpPr>
          <p:cNvPr id="14" name="Shape 12"/>
          <p:cNvSpPr/>
          <p:nvPr/>
        </p:nvSpPr>
        <p:spPr>
          <a:xfrm>
            <a:off x="960120" y="3493008"/>
            <a:ext cx="274320" cy="27432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3529584"/>
            <a:ext cx="27432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389888" y="3456432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 reset --hard origin/main으로 추적 파일 수정을 버린다.</a:t>
            </a:r>
            <a:endParaRPr lang="en-US" sz="1520" dirty="0"/>
          </a:p>
        </p:txBody>
      </p:sp>
      <p:sp>
        <p:nvSpPr>
          <p:cNvPr id="17" name="Shape 15"/>
          <p:cNvSpPr/>
          <p:nvPr/>
        </p:nvSpPr>
        <p:spPr>
          <a:xfrm>
            <a:off x="960120" y="4059936"/>
            <a:ext cx="274320" cy="27432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" y="4096512"/>
            <a:ext cx="27432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389888" y="4023360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 clean -fd로 미추적 파일/폴더를 정리한다.</a:t>
            </a:r>
            <a:endParaRPr lang="en-US" sz="1520" dirty="0"/>
          </a:p>
        </p:txBody>
      </p:sp>
      <p:sp>
        <p:nvSpPr>
          <p:cNvPr id="20" name="Shape 18"/>
          <p:cNvSpPr/>
          <p:nvPr/>
        </p:nvSpPr>
        <p:spPr>
          <a:xfrm>
            <a:off x="960120" y="4626864"/>
            <a:ext cx="274320" cy="27432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0120" y="4663440"/>
            <a:ext cx="27432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389888" y="4590288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 status 결과가 working tree clean인지 확인한다.</a:t>
            </a:r>
            <a:endParaRPr lang="en-US" sz="1520" dirty="0"/>
          </a:p>
        </p:txBody>
      </p:sp>
      <p:sp>
        <p:nvSpPr>
          <p:cNvPr id="23" name="Shape 21"/>
          <p:cNvSpPr/>
          <p:nvPr/>
        </p:nvSpPr>
        <p:spPr>
          <a:xfrm>
            <a:off x="6629400" y="1828800"/>
            <a:ext cx="4480560" cy="2423160"/>
          </a:xfrm>
          <a:prstGeom prst="roundRect">
            <a:avLst>
              <a:gd name="adj" fmla="val 3019"/>
            </a:avLst>
          </a:prstGeom>
          <a:solidFill>
            <a:srgbClr val="0F172A"/>
          </a:solidFill>
          <a:ln w="9525">
            <a:solidFill>
              <a:srgbClr val="1E293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93992" y="1975104"/>
            <a:ext cx="4151376" cy="2194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Set-Location "C:\AI\AgentStudio"</a:t>
            </a:r>
            <a:endParaRPr lang="en-US" sz="1450" dirty="0"/>
          </a:p>
          <a:p>
            <a:pPr indent="0" marL="0">
              <a:buNone/>
            </a:pP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fetch origin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reset --hard origin/main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clean -fd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status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932688" y="5394960"/>
            <a:ext cx="5486400" cy="594360"/>
          </a:xfrm>
          <a:prstGeom prst="roundRect">
            <a:avLst>
              <a:gd name="adj" fmla="val 9231"/>
            </a:avLst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69848" y="5513832"/>
            <a:ext cx="5212080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작업은 “내 로컬 변경은 버린다”는 결정입니다. 필요한 파일은 먼저 백업하세요.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THEANOVA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GitHub 최신본으로 강제 동기화 가이드</dc:title>
  <dc:subject>VS Code Git force sync guide</dc:subject>
  <dc:creator>THEANOVA AgentStudio</dc:creator>
  <cp:lastModifiedBy>THEANOVA AgentStudio</cp:lastModifiedBy>
  <cp:revision>1</cp:revision>
  <dcterms:created xsi:type="dcterms:W3CDTF">2026-08-20T01:24:51Z</dcterms:created>
  <dcterms:modified xsi:type="dcterms:W3CDTF">2026-08-20T01:24:51Z</dcterms:modified>
</cp:coreProperties>
</file>