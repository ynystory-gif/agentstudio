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85800" cy="320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132588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프로젝트 파일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GitHub에 올리기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21792" y="28803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폴더 → 안전 검사 → 커밋 → Push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4023360"/>
            <a:ext cx="5806440" cy="8686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C:\AI\LGCNS_MCP\my_llm_service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https://github.com/ynystory-gif/my_llm_service.git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06640" y="10058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📁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4124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052560" y="10058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🧹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00584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698480" y="10058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☁️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406640" y="2743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0664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비밀키와 대용량 파일은 올리지 않는다.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GitHub에는 “소스와 문서”만 안전하게 올린다.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흐름: 한 번 세팅하면 이후는 3줄 반복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829800" y="347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THEANOVA · Git 업로드 가이드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8288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폴더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작업할 로컬 경로로 이동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6888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2807208" y="1417320"/>
            <a:ext cx="18288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초기화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init / main 브랜치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817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020056" y="1417320"/>
            <a:ext cx="18288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제외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.gitignore로 키·임시파일 제외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94576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232904" y="1417320"/>
            <a:ext cx="18288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파일 상태를 저장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07424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445752" y="1417320"/>
            <a:ext cx="18288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☁️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Push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저장소로 업로드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4343400"/>
            <a:ext cx="978408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작업은 간단합니다.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→ git add . → git commit -m "메시지" → git push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1단계: 프로젝트 폴더에서 Git 시작하기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829800" y="347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THEANOVA · Git 업로드 가이드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371600" cy="310896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한 번만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5577840" cy="31546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"C:\AI\LGCNS_MCP\my_llm_service"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-M main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20840" y="1417320"/>
            <a:ext cx="43891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해석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fatal: not a git repository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아직 git init을 안 한 상태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commits yet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저장소는 만들어졌지만 첫 커밋 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03720" y="49834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69480" y="49926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브랜치는 가능하면 main으로 맞춥니다.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2단계: .gitignore로 위험 파일 제외하기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829800" y="347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THEANOVA · Git 업로드 가이드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4937760" cy="425196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올리면 안 되는 파일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.env / .env.*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serviceAccountKey.json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Redis_croud_key.py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.venv/ 가상환경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.agentstudio/sql_scratch/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Redis-Insight*.zip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172200" y="1234440"/>
            <a:ext cx="5074920" cy="425196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.gitignore 예시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!.env.example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__pycache__/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.agentstudio/sql_scratch/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serviceAccountKey.json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*serviceAccount*.json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Redis_croud_key.py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Redis-Insight*.zip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57790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원칙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48840" y="57790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GitHub에는 비밀번호·API Key·Service Account JSON을 절대 올리지 않습니다.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3단계: 올릴 파일 목록을 확인하고 추가하기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829800" y="347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THEANOVA · Git 업로드 가이드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977640" cy="219456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66360" y="1234440"/>
            <a:ext cx="55321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status에서 봐야 할 것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Changes to be committed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GitHub에 올라갈 후보 파일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Untracked files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아직 Git이 추적하지 않는 파일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빨간색/초록색 목록을 보고 위험 파일이 없는지 확인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4343400"/>
            <a:ext cx="2971800" cy="123444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체크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serviceAccountKey.json 없음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Redis-Insight zip 없음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 없음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.agentstudio/sql_scratch 없음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34840" y="4343400"/>
            <a:ext cx="4663440" cy="123444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나오면 어떻게?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rm --cached 로 Git 대상에서만 제거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PC에서 지우는 명령이 아닙니다.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4단계: 첫 커밋 만들기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829800" y="347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THEANOVA · Git 업로드 가이드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106070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= 현재 프로젝트 상태의 저장 지점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5166360" cy="6858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"Initial commit"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355080" y="1645920"/>
            <a:ext cx="4389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작성 기준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예: Redis 실습 코드 수정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예: FastAPI 예제 추가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예: 수정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예: test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📌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379476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커밋 이후에는 수정할 때마다 작은 단위로 커밋하면 되돌리기 쉽습니다.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4617720"/>
            <a:ext cx="9601200" cy="12344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이후 반복 예시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"작업 내용"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5단계: GitHub 저장소와 연결하기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829800" y="347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THEANOVA · Git 업로드 가이드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1060704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Git 저장소와 GitHub 저장소를 연결하는 단계입니다.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10698480" cy="233172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origin이 없을 때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https://github.com/ynystory-gif/my_llm_service.git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origin이 잘못됐을 때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set-url origin https://github.com/ynystory-gif/my_llm_service.git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4800600"/>
            <a:ext cx="4846320" cy="10515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origin 주소에 “사용자아이디” 같은 예시 문구가 남아 있으면 실패합니다.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실제 GitHub 계정과 저장소 주소여야 합니다.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4800600"/>
            <a:ext cx="4526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예시의 실제 주소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ynystory-gif/my_llm_service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6단계: GitHub에 Push하기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829800" y="347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THEANOVA · Git 업로드 가이드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4937760" cy="658368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72200" y="1188720"/>
            <a:ext cx="4892040" cy="13258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메시지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[new branch] main -&gt; main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branch main set up to track origin/main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5669280" cy="16916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정상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branch is up to date with 'origin/main'.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nothing to commit, working tree clean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720840" y="288036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이후부터는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remote 설정을 다시 할 필요가 없습니다.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push 만 실행하면 됩니다.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86200" y="5212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☁️ 업로드 완료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만나는 오류와 해결 방법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829800" y="347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THEANOVA · Git 업로드 가이드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3832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1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 a git repository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원인: git init 전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git init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389120" y="1143000"/>
            <a:ext cx="3520440" cy="1920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100MB 초과 파일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원인: 설치 zip 등 대용량 파일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.gitignore + git rm --cached + commit --amend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75320" y="1143000"/>
            <a:ext cx="3246120" cy="192024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3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Push Protection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원인: 인증키/비밀번호 포함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비밀 파일 제거 + commit --amend + 키 폐기/재발급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10195560" cy="13258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rm --cached --ignore-unmatch "파일경로"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.gitignore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--amend --no-edit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8064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GitHub의 “Allow secret” 링크로 우회하지 않습니다. 키는 폐기 후 새로 발급하는 것이 안전합니다.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반복 가이드: 수정할 때마다 이것만 실행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829800" y="347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THEANOVA · Git 업로드 가이드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5577840" cy="27432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"C:\AI\LGCNS_MCP\my_llm_service"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"수정 내용"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75120" y="12070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전 최종 체크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720840" y="182880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13448" y="18288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.env, 인증키, 비밀번호 파일 제외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720840" y="233172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13448" y="23317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100MB 이상 대용량 파일 제외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720840" y="283464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13448" y="2834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status에서 올라갈 파일 확인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720840" y="333756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13448" y="33375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메시지는 작업 내용으로 작성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20840" y="3840480"/>
            <a:ext cx="22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13448" y="38404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push 후 GitHub 페이지에서 확인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60120" y="5257800"/>
            <a:ext cx="1005840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Git은 파일을 “관리”하고, GitHub는 그 결과를 “공유/백업”합니다.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내 프로젝트 파일 GitHub에 올리기</dc:title>
  <dc:subject>GitHub upload guide</dc:subject>
  <dc:creator>OpenAI</dc:creator>
  <cp:lastModifiedBy>OpenAI</cp:lastModifiedBy>
  <cp:revision>1</cp:revision>
  <dcterms:created xsi:type="dcterms:W3CDTF">2026-08-20T10:06:10Z</dcterms:created>
  <dcterms:modified xsi:type="dcterms:W3CDTF">2026-08-20T10:06:10Z</dcterms:modified>
</cp:coreProperties>
</file>